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userDrawn="1">
          <p15:clr>
            <a:srgbClr val="A4A3A4"/>
          </p15:clr>
        </p15:guide>
        <p15:guide id="3" orient="horz" pos="43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u, Cheng (IFPRI)" initials="QC(" lastIdx="1" clrIdx="0"/>
  <p:cmAuthor id="2" name="de Brauw, Alan (IFPRI)" initials="dBA(" lastIdx="6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5464"/>
    <a:srgbClr val="62BB46"/>
    <a:srgbClr val="439E2E"/>
    <a:srgbClr val="000000"/>
    <a:srgbClr val="89A527"/>
    <a:srgbClr val="EE283B"/>
    <a:srgbClr val="748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27" autoAdjust="0"/>
  </p:normalViewPr>
  <p:slideViewPr>
    <p:cSldViewPr snapToGrid="0">
      <p:cViewPr varScale="1">
        <p:scale>
          <a:sx n="68" d="100"/>
          <a:sy n="68" d="100"/>
        </p:scale>
        <p:origin x="208" y="2032"/>
      </p:cViewPr>
      <p:guideLst>
        <p:guide orient="horz"/>
        <p:guide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4984" y="2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36206-08FA-3F49-A9A2-E39D99F8BF68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009C9F-CDE2-6649-9DC9-F2DCDF47A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8216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A3BBB4-83BA-4922-A4DB-9F70F816F70F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AA323-5059-4D56-8340-1C4053A31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67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FPRI 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BCF8A2-83B5-D242-8DE9-5BF0DBC72068}"/>
              </a:ext>
            </a:extLst>
          </p:cNvPr>
          <p:cNvSpPr txBox="1"/>
          <p:nvPr userDrawn="1"/>
        </p:nvSpPr>
        <p:spPr>
          <a:xfrm>
            <a:off x="2610196" y="1130531"/>
            <a:ext cx="7680960" cy="129678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r"/>
            <a:endParaRPr lang="en-US" sz="4400" dirty="0">
              <a:solidFill>
                <a:srgbClr val="62BB46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67E0C6F-B733-5747-90B2-814ABEB6C43C}"/>
              </a:ext>
            </a:extLst>
          </p:cNvPr>
          <p:cNvGrpSpPr/>
          <p:nvPr userDrawn="1"/>
        </p:nvGrpSpPr>
        <p:grpSpPr>
          <a:xfrm>
            <a:off x="0" y="0"/>
            <a:ext cx="2197100" cy="6858000"/>
            <a:chOff x="0" y="0"/>
            <a:chExt cx="2197100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C96FFE6-CDD2-EA44-904E-95A88CE55A5C}"/>
                </a:ext>
              </a:extLst>
            </p:cNvPr>
            <p:cNvSpPr/>
            <p:nvPr userDrawn="1"/>
          </p:nvSpPr>
          <p:spPr>
            <a:xfrm>
              <a:off x="0" y="0"/>
              <a:ext cx="2197100" cy="6858000"/>
            </a:xfrm>
            <a:prstGeom prst="rect">
              <a:avLst/>
            </a:prstGeom>
            <a:solidFill>
              <a:srgbClr val="62BB46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6C8A868-54A1-1F4D-890F-1DB57E486C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347" y="1030684"/>
              <a:ext cx="914403" cy="1676403"/>
            </a:xfrm>
            <a:prstGeom prst="rect">
              <a:avLst/>
            </a:prstGeom>
            <a:noFill/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557D581-39D9-7D4D-ABAD-0466493349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994" y="3861031"/>
              <a:ext cx="1575108" cy="18430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265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7B30FCE-C57F-864D-9F8B-61112FA53D73}"/>
              </a:ext>
            </a:extLst>
          </p:cNvPr>
          <p:cNvGrpSpPr/>
          <p:nvPr userDrawn="1"/>
        </p:nvGrpSpPr>
        <p:grpSpPr>
          <a:xfrm>
            <a:off x="225934" y="359229"/>
            <a:ext cx="516825" cy="6255256"/>
            <a:chOff x="225934" y="359229"/>
            <a:chExt cx="516825" cy="62552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58EC42-111F-C242-9D7F-62677F57F606}"/>
                </a:ext>
              </a:extLst>
            </p:cNvPr>
            <p:cNvSpPr/>
            <p:nvPr userDrawn="1"/>
          </p:nvSpPr>
          <p:spPr>
            <a:xfrm>
              <a:off x="340109" y="359229"/>
              <a:ext cx="288477" cy="4757058"/>
            </a:xfrm>
            <a:prstGeom prst="rect">
              <a:avLst/>
            </a:prstGeom>
            <a:gradFill>
              <a:gsLst>
                <a:gs pos="0">
                  <a:srgbClr val="62BB46">
                    <a:alpha val="0"/>
                  </a:srgbClr>
                </a:gs>
                <a:gs pos="100000">
                  <a:srgbClr val="62BB46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rgbClr val="62BB46"/>
                </a:solidFill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731CAB8-8D9C-9746-8FB8-E07D7206C5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473" y="5301212"/>
              <a:ext cx="301111" cy="545255"/>
            </a:xfrm>
            <a:prstGeom prst="rect">
              <a:avLst/>
            </a:prstGeom>
          </p:spPr>
        </p:pic>
        <p:pic>
          <p:nvPicPr>
            <p:cNvPr id="7" name="Content Placeholder 4">
              <a:extLst>
                <a:ext uri="{FF2B5EF4-FFF2-40B4-BE49-F238E27FC236}">
                  <a16:creationId xmlns:a16="http://schemas.microsoft.com/office/drawing/2014/main" id="{463CC67C-2C70-2749-8521-C7F387B08B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934" y="6009752"/>
              <a:ext cx="516825" cy="6047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3439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Font typeface="Courier New" charset="0"/>
              <a:buChar char="o"/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F5B353E-05E7-BB41-A233-A8F667392D93}"/>
              </a:ext>
            </a:extLst>
          </p:cNvPr>
          <p:cNvGrpSpPr/>
          <p:nvPr userDrawn="1"/>
        </p:nvGrpSpPr>
        <p:grpSpPr>
          <a:xfrm>
            <a:off x="225934" y="359229"/>
            <a:ext cx="516825" cy="6255256"/>
            <a:chOff x="225934" y="359229"/>
            <a:chExt cx="516825" cy="625525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D0EA63-D94D-D84B-BD71-055297A12DA4}"/>
                </a:ext>
              </a:extLst>
            </p:cNvPr>
            <p:cNvSpPr/>
            <p:nvPr userDrawn="1"/>
          </p:nvSpPr>
          <p:spPr>
            <a:xfrm>
              <a:off x="340109" y="359229"/>
              <a:ext cx="288477" cy="4757058"/>
            </a:xfrm>
            <a:prstGeom prst="rect">
              <a:avLst/>
            </a:prstGeom>
            <a:gradFill>
              <a:gsLst>
                <a:gs pos="0">
                  <a:srgbClr val="62BB46">
                    <a:alpha val="0"/>
                  </a:srgbClr>
                </a:gs>
                <a:gs pos="100000">
                  <a:srgbClr val="62BB46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rgbClr val="62BB46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913C6BF-C96A-0C48-9C13-0180D5B1A6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473" y="5301212"/>
              <a:ext cx="301111" cy="545255"/>
            </a:xfrm>
            <a:prstGeom prst="rect">
              <a:avLst/>
            </a:prstGeom>
          </p:spPr>
        </p:pic>
        <p:pic>
          <p:nvPicPr>
            <p:cNvPr id="11" name="Content Placeholder 4">
              <a:extLst>
                <a:ext uri="{FF2B5EF4-FFF2-40B4-BE49-F238E27FC236}">
                  <a16:creationId xmlns:a16="http://schemas.microsoft.com/office/drawing/2014/main" id="{31046BCC-8A13-5842-A532-BD1C907744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934" y="6009752"/>
              <a:ext cx="516825" cy="6047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5173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Content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solidFill>
                  <a:srgbClr val="43546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1BA00-7420-7446-B1FD-E83EC9A516F4}"/>
              </a:ext>
            </a:extLst>
          </p:cNvPr>
          <p:cNvGrpSpPr/>
          <p:nvPr userDrawn="1"/>
        </p:nvGrpSpPr>
        <p:grpSpPr>
          <a:xfrm>
            <a:off x="225934" y="359229"/>
            <a:ext cx="516825" cy="6255256"/>
            <a:chOff x="225934" y="359229"/>
            <a:chExt cx="516825" cy="625525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B0CCF8-A656-5443-B1C2-DEEB1D7E8319}"/>
                </a:ext>
              </a:extLst>
            </p:cNvPr>
            <p:cNvSpPr/>
            <p:nvPr userDrawn="1"/>
          </p:nvSpPr>
          <p:spPr>
            <a:xfrm>
              <a:off x="340109" y="359229"/>
              <a:ext cx="288477" cy="4757058"/>
            </a:xfrm>
            <a:prstGeom prst="rect">
              <a:avLst/>
            </a:prstGeom>
            <a:gradFill>
              <a:gsLst>
                <a:gs pos="0">
                  <a:srgbClr val="62BB46">
                    <a:alpha val="0"/>
                  </a:srgbClr>
                </a:gs>
                <a:gs pos="100000">
                  <a:srgbClr val="62BB46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rgbClr val="62BB46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D389429-4700-CB46-AA07-6FCC7F6CCD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473" y="5301212"/>
              <a:ext cx="301111" cy="545255"/>
            </a:xfrm>
            <a:prstGeom prst="rect">
              <a:avLst/>
            </a:prstGeom>
          </p:spPr>
        </p:pic>
        <p:pic>
          <p:nvPicPr>
            <p:cNvPr id="11" name="Content Placeholder 4">
              <a:extLst>
                <a:ext uri="{FF2B5EF4-FFF2-40B4-BE49-F238E27FC236}">
                  <a16:creationId xmlns:a16="http://schemas.microsoft.com/office/drawing/2014/main" id="{942779AE-C0D0-144C-BB05-ABD37ECE25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934" y="6009752"/>
              <a:ext cx="516825" cy="6047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665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0976BEA-EB80-CA4A-BAC1-01D853A25694}"/>
              </a:ext>
            </a:extLst>
          </p:cNvPr>
          <p:cNvGrpSpPr/>
          <p:nvPr userDrawn="1"/>
        </p:nvGrpSpPr>
        <p:grpSpPr>
          <a:xfrm>
            <a:off x="225934" y="359229"/>
            <a:ext cx="516825" cy="6255256"/>
            <a:chOff x="225934" y="359229"/>
            <a:chExt cx="516825" cy="625525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BCB0E9-0C65-5E45-810A-DF7767486EE4}"/>
                </a:ext>
              </a:extLst>
            </p:cNvPr>
            <p:cNvSpPr/>
            <p:nvPr userDrawn="1"/>
          </p:nvSpPr>
          <p:spPr>
            <a:xfrm>
              <a:off x="340109" y="359229"/>
              <a:ext cx="288477" cy="4757058"/>
            </a:xfrm>
            <a:prstGeom prst="rect">
              <a:avLst/>
            </a:prstGeom>
            <a:gradFill>
              <a:gsLst>
                <a:gs pos="0">
                  <a:srgbClr val="62BB46">
                    <a:alpha val="0"/>
                  </a:srgbClr>
                </a:gs>
                <a:gs pos="100000">
                  <a:srgbClr val="62BB46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rgbClr val="62BB46"/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7EF808B-BB53-CC4F-820F-77D5406BB7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473" y="5301212"/>
              <a:ext cx="301111" cy="545255"/>
            </a:xfrm>
            <a:prstGeom prst="rect">
              <a:avLst/>
            </a:prstGeom>
          </p:spPr>
        </p:pic>
        <p:pic>
          <p:nvPicPr>
            <p:cNvPr id="9" name="Content Placeholder 4">
              <a:extLst>
                <a:ext uri="{FF2B5EF4-FFF2-40B4-BE49-F238E27FC236}">
                  <a16:creationId xmlns:a16="http://schemas.microsoft.com/office/drawing/2014/main" id="{4F708FC0-D8AC-E64B-9825-1AAB82F927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934" y="6009752"/>
              <a:ext cx="516825" cy="6047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6902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A5AFE-9A4C-9443-92D6-A4D7FDF824DC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4C31E-DA4C-F44D-B44A-157C5C055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9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42" r:id="rId2"/>
    <p:sldLayoutId id="2147483718" r:id="rId3"/>
    <p:sldLayoutId id="2147483723" r:id="rId4"/>
    <p:sldLayoutId id="214748374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rgbClr val="435464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charset="2"/>
        <a:buChar char="§"/>
        <a:defRPr sz="2400" b="0" i="0" kern="1200">
          <a:solidFill>
            <a:srgbClr val="435464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charset="0"/>
        <a:buChar char="o"/>
        <a:defRPr sz="2400" b="0" i="0" kern="1200">
          <a:solidFill>
            <a:srgbClr val="435464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charset="0"/>
        <a:buChar char="o"/>
        <a:defRPr sz="2400" b="0" i="0" kern="1200">
          <a:solidFill>
            <a:srgbClr val="435464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charset="0"/>
        <a:buChar char="o"/>
        <a:defRPr sz="2400" b="0" i="0" kern="1200">
          <a:solidFill>
            <a:srgbClr val="435464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charset="0"/>
        <a:buChar char="o"/>
        <a:defRPr sz="2400" b="0" i="0" kern="1200">
          <a:solidFill>
            <a:srgbClr val="435464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751EB40-729A-B942-AD35-C3A104DF499C}"/>
              </a:ext>
            </a:extLst>
          </p:cNvPr>
          <p:cNvGrpSpPr/>
          <p:nvPr/>
        </p:nvGrpSpPr>
        <p:grpSpPr>
          <a:xfrm>
            <a:off x="2617714" y="940526"/>
            <a:ext cx="9065623" cy="5451566"/>
            <a:chOff x="2617714" y="940526"/>
            <a:chExt cx="9065623" cy="545156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AB71EBD-7A01-2B49-BB17-FC778A67CD9E}"/>
                </a:ext>
              </a:extLst>
            </p:cNvPr>
            <p:cNvSpPr txBox="1"/>
            <p:nvPr/>
          </p:nvSpPr>
          <p:spPr>
            <a:xfrm>
              <a:off x="2617714" y="940526"/>
              <a:ext cx="9065623" cy="1358537"/>
            </a:xfrm>
            <a:prstGeom prst="rect">
              <a:avLst/>
            </a:prstGeom>
          </p:spPr>
          <p:txBody>
            <a:bodyPr wrap="square" rtlCol="0">
              <a:noAutofit/>
            </a:bodyPr>
            <a:lstStyle/>
            <a:p>
              <a:r>
                <a:rPr lang="en-US" sz="4400" b="1" dirty="0">
                  <a:solidFill>
                    <a:srgbClr val="62BB46"/>
                  </a:solidFill>
                </a:rPr>
                <a:t>TITLE GOES HERE</a:t>
              </a:r>
            </a:p>
            <a:p>
              <a:r>
                <a:rPr lang="en-US" sz="4400" b="1" dirty="0">
                  <a:solidFill>
                    <a:srgbClr val="62BB46"/>
                  </a:solidFill>
                </a:rPr>
                <a:t>CAN RUN TWO LINES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2E0B415-AFAD-5148-97E1-B7E8399E159A}"/>
                </a:ext>
              </a:extLst>
            </p:cNvPr>
            <p:cNvSpPr txBox="1"/>
            <p:nvPr/>
          </p:nvSpPr>
          <p:spPr>
            <a:xfrm>
              <a:off x="2617714" y="2682240"/>
              <a:ext cx="9065623" cy="531223"/>
            </a:xfrm>
            <a:prstGeom prst="rect">
              <a:avLst/>
            </a:prstGeom>
          </p:spPr>
          <p:txBody>
            <a:bodyPr wrap="square" rtlCol="0">
              <a:noAutofit/>
            </a:bodyPr>
            <a:lstStyle/>
            <a:p>
              <a:r>
                <a:rPr lang="en-US" sz="2800" dirty="0">
                  <a:solidFill>
                    <a:srgbClr val="435464"/>
                  </a:solidFill>
                </a:rPr>
                <a:t>Sub-title goes here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029D2D6-44E3-9944-8FD9-B7AF54BC6BAB}"/>
                </a:ext>
              </a:extLst>
            </p:cNvPr>
            <p:cNvSpPr txBox="1"/>
            <p:nvPr/>
          </p:nvSpPr>
          <p:spPr>
            <a:xfrm>
              <a:off x="2617714" y="3907972"/>
              <a:ext cx="7716883" cy="2484120"/>
            </a:xfrm>
            <a:prstGeom prst="rect">
              <a:avLst/>
            </a:prstGeom>
          </p:spPr>
          <p:txBody>
            <a:bodyPr wrap="square" rtlCol="0">
              <a:noAutofit/>
            </a:bodyPr>
            <a:lstStyle/>
            <a:p>
              <a: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Name</a:t>
              </a:r>
              <a:b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</a:br>
              <a: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Department/Division</a:t>
              </a:r>
              <a:b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</a:br>
              <a: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Institution</a:t>
              </a:r>
              <a:b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</a:br>
              <a:b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</a:br>
              <a:b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</a:br>
              <a: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Location | 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9143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74EBD1-F224-4644-B5AA-0ABD0BD53E57}"/>
              </a:ext>
            </a:extLst>
          </p:cNvPr>
          <p:cNvSpPr txBox="1"/>
          <p:nvPr/>
        </p:nvSpPr>
        <p:spPr>
          <a:xfrm>
            <a:off x="1200693" y="766355"/>
            <a:ext cx="9065623" cy="1358537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sz="4400" b="1" dirty="0">
                <a:solidFill>
                  <a:srgbClr val="62BB46"/>
                </a:solidFill>
              </a:rPr>
              <a:t>TITLE GOES HERE</a:t>
            </a:r>
          </a:p>
          <a:p>
            <a:r>
              <a:rPr lang="en-US" sz="4400" b="1" dirty="0">
                <a:solidFill>
                  <a:srgbClr val="62BB46"/>
                </a:solidFill>
              </a:rPr>
              <a:t>CAN RUN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DE77C9-E987-3C45-B309-33FB046EBDE8}"/>
              </a:ext>
            </a:extLst>
          </p:cNvPr>
          <p:cNvSpPr txBox="1"/>
          <p:nvPr/>
        </p:nvSpPr>
        <p:spPr>
          <a:xfrm>
            <a:off x="1200693" y="2508069"/>
            <a:ext cx="9065623" cy="531223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sz="2800" dirty="0">
                <a:solidFill>
                  <a:srgbClr val="435464"/>
                </a:solidFill>
              </a:rPr>
              <a:t>Sub-title goes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B4E762-62F8-5D49-A197-DD7E37D8404B}"/>
              </a:ext>
            </a:extLst>
          </p:cNvPr>
          <p:cNvSpPr txBox="1"/>
          <p:nvPr/>
        </p:nvSpPr>
        <p:spPr>
          <a:xfrm>
            <a:off x="1200693" y="3733801"/>
            <a:ext cx="7716883" cy="248412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Name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Department/Division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Institution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Location | 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14312-186B-474E-8618-6BD644D7D348}"/>
              </a:ext>
            </a:extLst>
          </p:cNvPr>
          <p:cNvSpPr txBox="1"/>
          <p:nvPr/>
        </p:nvSpPr>
        <p:spPr>
          <a:xfrm>
            <a:off x="8917576" y="529416"/>
            <a:ext cx="28152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i="1" dirty="0"/>
              <a:t>Insert partner logos in this space</a:t>
            </a:r>
          </a:p>
        </p:txBody>
      </p:sp>
    </p:spTree>
    <p:extLst>
      <p:ext uri="{BB962C8B-B14F-4D97-AF65-F5344CB8AC3E}">
        <p14:creationId xmlns:p14="http://schemas.microsoft.com/office/powerpoint/2010/main" val="2678100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D8AE-81B7-D44F-AE30-4DF50F5EB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E1E66-00B1-024A-88B9-1D3DA64B7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17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E987-34AB-8740-B682-6A0D7E864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62D00-97BE-B34E-845A-03C41E9745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DAA77-CE1A-3A41-9586-ED852977A5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76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01036"/>
      </p:ext>
    </p:extLst>
  </p:cSld>
  <p:clrMapOvr>
    <a:masterClrMapping/>
  </p:clrMapOvr>
</p:sld>
</file>

<file path=ppt/theme/theme1.xml><?xml version="1.0" encoding="utf-8"?>
<a:theme xmlns:a="http://schemas.openxmlformats.org/drawingml/2006/main" name="IFPRI 2017">
  <a:themeElements>
    <a:clrScheme name="IFPRI Color Palet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2BA45"/>
      </a:accent1>
      <a:accent2>
        <a:srgbClr val="00AE9A"/>
      </a:accent2>
      <a:accent3>
        <a:srgbClr val="EF463B"/>
      </a:accent3>
      <a:accent4>
        <a:srgbClr val="F7921E"/>
      </a:accent4>
      <a:accent5>
        <a:srgbClr val="8850A0"/>
      </a:accent5>
      <a:accent6>
        <a:srgbClr val="007DB3"/>
      </a:accent6>
      <a:hlink>
        <a:srgbClr val="3C5567"/>
      </a:hlink>
      <a:folHlink>
        <a:srgbClr val="95C94F"/>
      </a:folHlink>
    </a:clrScheme>
    <a:fontScheme name="IFPRI 201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>
        <a:noAutofit/>
      </a:bodyPr>
      <a:lstStyle>
        <a:defPPr algn="r"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47607E2-9F56-4D93-9D2E-509BABAC9FD4}" vid="{C0994118-7789-4055-9A1C-6E8FA38595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ubsets xmlns="cc614aa8-0f7f-444d-9b27-c2636ddf68e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AD51B7D746DA45B6527FDAB3853DFE" ma:contentTypeVersion="10" ma:contentTypeDescription="Create a new document." ma:contentTypeScope="" ma:versionID="1d65bf579bd131ba3a6ac609394b2d19">
  <xsd:schema xmlns:xsd="http://www.w3.org/2001/XMLSchema" xmlns:xs="http://www.w3.org/2001/XMLSchema" xmlns:p="http://schemas.microsoft.com/office/2006/metadata/properties" xmlns:ns2="cc614aa8-0f7f-444d-9b27-c2636ddf68e4" xmlns:ns3="6ce60545-2e1d-4e38-85c2-f2c90414de02" targetNamespace="http://schemas.microsoft.com/office/2006/metadata/properties" ma:root="true" ma:fieldsID="35fd9e844ff22bf778ff608314fddc8a" ns2:_="" ns3:_="">
    <xsd:import namespace="cc614aa8-0f7f-444d-9b27-c2636ddf68e4"/>
    <xsd:import namespace="6ce60545-2e1d-4e38-85c2-f2c90414de02"/>
    <xsd:element name="properties">
      <xsd:complexType>
        <xsd:sequence>
          <xsd:element name="documentManagement">
            <xsd:complexType>
              <xsd:all>
                <xsd:element ref="ns2:Subset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614aa8-0f7f-444d-9b27-c2636ddf68e4" elementFormDefault="qualified">
    <xsd:import namespace="http://schemas.microsoft.com/office/2006/documentManagement/types"/>
    <xsd:import namespace="http://schemas.microsoft.com/office/infopath/2007/PartnerControls"/>
    <xsd:element name="Subsets" ma:index="8" nillable="true" ma:displayName="Subsets" ma:internalName="Subsets" ma:readOnly="false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e60545-2e1d-4e38-85c2-f2c90414de0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16F6CA-B6CC-4273-8A4C-C64AAC5E3252}">
  <ds:schemaRefs>
    <ds:schemaRef ds:uri="http://schemas.microsoft.com/office/2006/metadata/properties"/>
    <ds:schemaRef ds:uri="http://schemas.microsoft.com/office/infopath/2007/PartnerControls"/>
    <ds:schemaRef ds:uri="cc614aa8-0f7f-444d-9b27-c2636ddf68e4"/>
  </ds:schemaRefs>
</ds:datastoreItem>
</file>

<file path=customXml/itemProps2.xml><?xml version="1.0" encoding="utf-8"?>
<ds:datastoreItem xmlns:ds="http://schemas.openxmlformats.org/officeDocument/2006/customXml" ds:itemID="{6F3554A7-4E97-4A05-8DC3-288154C7B6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3F2F80-6308-4622-A415-FCB67B4E30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614aa8-0f7f-444d-9b27-c2636ddf68e4"/>
    <ds:schemaRef ds:uri="6ce60545-2e1d-4e38-85c2-f2c90414de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IFPRI 2017</Template>
  <TotalTime>1</TotalTime>
  <Words>52</Words>
  <Application>Microsoft Macintosh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Courier New</vt:lpstr>
      <vt:lpstr>Wingdings</vt:lpstr>
      <vt:lpstr>IFPRI 2017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 Campenhout, Bjorn (IFPRI-Belgium)</dc:creator>
  <cp:lastModifiedBy>Van Campenhout, Bjorn (IFPRI-Belgium)</cp:lastModifiedBy>
  <cp:revision>1</cp:revision>
  <dcterms:created xsi:type="dcterms:W3CDTF">2026-06-09T13:45:22Z</dcterms:created>
  <dcterms:modified xsi:type="dcterms:W3CDTF">2026-06-09T13:46:43Z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0x01010068AD51B7D746DA45B6527FDAB3853DFE</vt:lpwstr>
  </property>
</Properties>
</file>